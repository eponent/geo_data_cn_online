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e41c9ecf664c87" /><Relationship Type="http://schemas.openxmlformats.org/officeDocument/2006/relationships/extended-properties" Target="/docProps/app.xml" Id="R5aaddfba540f4358" /><Relationship Type="http://schemas.openxmlformats.org/officeDocument/2006/relationships/officeDocument" Target="/ppt/presentation.xml" Id="R8d2383c0375c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b22ab976824476"/>
  </p:sldMasterIdLst>
  <p:notesMasterIdLst>
    <p:notesMasterId xmlns:r="http://schemas.openxmlformats.org/officeDocument/2006/relationships" r:id="R69dff66db3a14264"/>
  </p:notesMasterIdLst>
  <p:sldIdLst>
    <p:sldId xmlns:r="http://schemas.openxmlformats.org/officeDocument/2006/relationships" id="256" r:id="R8c14c02df99b4d39"/>
    <p:sldId xmlns:r="http://schemas.openxmlformats.org/officeDocument/2006/relationships" id="257" r:id="R2a7aa6bf08bc486e"/>
    <p:sldId xmlns:r="http://schemas.openxmlformats.org/officeDocument/2006/relationships" id="258" r:id="R75bbe7265db64eb8"/>
    <p:sldId xmlns:r="http://schemas.openxmlformats.org/officeDocument/2006/relationships" id="259" r:id="R7b4881e625264e75"/>
    <p:sldId xmlns:r="http://schemas.openxmlformats.org/officeDocument/2006/relationships" id="260" r:id="Rb3dbdb4eb64e45ef"/>
    <p:sldId xmlns:r="http://schemas.openxmlformats.org/officeDocument/2006/relationships" id="261" r:id="Rf4e332bff1c04f12"/>
    <p:sldId xmlns:r="http://schemas.openxmlformats.org/officeDocument/2006/relationships" id="262" r:id="R0d29679433e14652"/>
    <p:sldId xmlns:r="http://schemas.openxmlformats.org/officeDocument/2006/relationships" id="263" r:id="Rcce8d31214684e04"/>
    <p:sldId xmlns:r="http://schemas.openxmlformats.org/officeDocument/2006/relationships" id="264" r:id="Rc6795610a2a34eb5"/>
    <p:sldId xmlns:r="http://schemas.openxmlformats.org/officeDocument/2006/relationships" id="265" r:id="Rc6e88c55c62448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3e52314bb4bbd" /><Relationship Type="http://schemas.openxmlformats.org/officeDocument/2006/relationships/slideMaster" Target="/ppt/slideMasters/slideMaster1.xml" Id="Ra4b22ab976824476" /><Relationship Type="http://schemas.openxmlformats.org/officeDocument/2006/relationships/notesMaster" Target="/ppt/notesMasters/notesMaster1.xml" Id="R69dff66db3a14264" /><Relationship Type="http://schemas.openxmlformats.org/officeDocument/2006/relationships/presProps" Target="/ppt/presProps.xml" Id="R64c5e7f7016d4e35" /><Relationship Type="http://schemas.openxmlformats.org/officeDocument/2006/relationships/tableStyles" Target="/ppt/tableStyles.xml" Id="R3401c6d6d9b44f57" /><Relationship Type="http://schemas.openxmlformats.org/officeDocument/2006/relationships/slide" Target="/ppt/slides/slide1.xml" Id="R8c14c02df99b4d39" /><Relationship Type="http://schemas.openxmlformats.org/officeDocument/2006/relationships/slide" Target="/ppt/slides/slide2.xml" Id="R2a7aa6bf08bc486e" /><Relationship Type="http://schemas.openxmlformats.org/officeDocument/2006/relationships/slide" Target="/ppt/slides/slide3.xml" Id="R75bbe7265db64eb8" /><Relationship Type="http://schemas.openxmlformats.org/officeDocument/2006/relationships/slide" Target="/ppt/slides/slide4.xml" Id="R7b4881e625264e75" /><Relationship Type="http://schemas.openxmlformats.org/officeDocument/2006/relationships/slide" Target="/ppt/slides/slide5.xml" Id="Rb3dbdb4eb64e45ef" /><Relationship Type="http://schemas.openxmlformats.org/officeDocument/2006/relationships/slide" Target="/ppt/slides/slide6.xml" Id="Rf4e332bff1c04f12" /><Relationship Type="http://schemas.openxmlformats.org/officeDocument/2006/relationships/slide" Target="/ppt/slides/slide7.xml" Id="R0d29679433e14652" /><Relationship Type="http://schemas.openxmlformats.org/officeDocument/2006/relationships/slide" Target="/ppt/slides/slide8.xml" Id="Rcce8d31214684e04" /><Relationship Type="http://schemas.openxmlformats.org/officeDocument/2006/relationships/slide" Target="/ppt/slides/slide9.xml" Id="Rc6795610a2a34eb5" /><Relationship Type="http://schemas.openxmlformats.org/officeDocument/2006/relationships/slide" Target="/ppt/slides/slide10.xml" Id="Rc6e88c55c62448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ebe9070c0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552c4ea2b54436" /><Relationship Type="http://schemas.openxmlformats.org/officeDocument/2006/relationships/notesMaster" Target="/ppt/notesMasters/notesMaster1.xml" Id="Rda3a142c4b1649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a7f4f3b7444c8" /><Relationship Type="http://schemas.openxmlformats.org/officeDocument/2006/relationships/notesMaster" Target="/ppt/notesMasters/notesMaster1.xml" Id="R671860be33ee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8dc169b064c57" /><Relationship Type="http://schemas.openxmlformats.org/officeDocument/2006/relationships/notesMaster" Target="/ppt/notesMasters/notesMaster1.xml" Id="Rcf6720d7a42f44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55021b91d47c2" /><Relationship Type="http://schemas.openxmlformats.org/officeDocument/2006/relationships/notesMaster" Target="/ppt/notesMasters/notesMaster1.xml" Id="R6a0fbf43b19547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eabc224b6478c" /><Relationship Type="http://schemas.openxmlformats.org/officeDocument/2006/relationships/notesMaster" Target="/ppt/notesMasters/notesMaster1.xml" Id="R9c487f3287ae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607bfefcbe437f" /><Relationship Type="http://schemas.openxmlformats.org/officeDocument/2006/relationships/notesMaster" Target="/ppt/notesMasters/notesMaster1.xml" Id="R9d5ab17f104f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607b3fcb648c8" /><Relationship Type="http://schemas.openxmlformats.org/officeDocument/2006/relationships/notesMaster" Target="/ppt/notesMasters/notesMaster1.xml" Id="R8ca3aefda17e4f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0a923137a48e3" /><Relationship Type="http://schemas.openxmlformats.org/officeDocument/2006/relationships/notesMaster" Target="/ppt/notesMasters/notesMaster1.xml" Id="Rd19a5bfaccc241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25532ea91e47ca" /><Relationship Type="http://schemas.openxmlformats.org/officeDocument/2006/relationships/notesMaster" Target="/ppt/notesMasters/notesMaster1.xml" Id="R3077e7b1417f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1ba45b2c404772" /><Relationship Type="http://schemas.openxmlformats.org/officeDocument/2006/relationships/notesMaster" Target="/ppt/notesMasters/notesMaster1.xml" Id="R40b39286f896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d3771d69741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6a1280ba84e4f" /><Relationship Type="http://schemas.openxmlformats.org/officeDocument/2006/relationships/slideLayout" Target="/ppt/slideLayouts/slideLayout1.xml" Id="R0055c24c477a46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5c24c477a46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0a456960430e" /><Relationship Type="http://schemas.openxmlformats.org/officeDocument/2006/relationships/notesSlide" Target="/ppt/notesSlides/notesSlide1.xml" Id="Rc32214424530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a485868914102" /><Relationship Type="http://schemas.openxmlformats.org/officeDocument/2006/relationships/notesSlide" Target="/ppt/notesSlides/notesSlide2.xml" Id="R22dcb76aed96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efdf6b4224095" /><Relationship Type="http://schemas.openxmlformats.org/officeDocument/2006/relationships/chart" Target="/ppt/slides/charts/chart1.xml" Id="R134459c0af5c4c86" /><Relationship Type="http://schemas.openxmlformats.org/officeDocument/2006/relationships/notesSlide" Target="/ppt/notesSlides/notesSlide3.xml" Id="Rc10ec4e724e9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b4c6cd2fb4979" /><Relationship Type="http://schemas.openxmlformats.org/officeDocument/2006/relationships/chart" Target="/ppt/slides/charts/chart2.xml" Id="Racb2726dda404574" /><Relationship Type="http://schemas.openxmlformats.org/officeDocument/2006/relationships/notesSlide" Target="/ppt/notesSlides/notesSlide4.xml" Id="Ra9c24bd624fc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2604e94cc4abc" /><Relationship Type="http://schemas.openxmlformats.org/officeDocument/2006/relationships/chart" Target="/ppt/slides/charts/chart3.xml" Id="R438891006dec47a9" /><Relationship Type="http://schemas.openxmlformats.org/officeDocument/2006/relationships/notesSlide" Target="/ppt/notesSlides/notesSlide5.xml" Id="R6d88e1ec486c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b2ef5d6c84e9e" /><Relationship Type="http://schemas.openxmlformats.org/officeDocument/2006/relationships/chart" Target="/ppt/slides/charts/chart4.xml" Id="R77fd212d50d24a39" /><Relationship Type="http://schemas.openxmlformats.org/officeDocument/2006/relationships/notesSlide" Target="/ppt/notesSlides/notesSlide6.xml" Id="Re13359b0bbfc4b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f9e55ffd74eea" /><Relationship Type="http://schemas.openxmlformats.org/officeDocument/2006/relationships/chart" Target="/ppt/slides/charts/chart5.xml" Id="R1de39422fb50462c" /><Relationship Type="http://schemas.openxmlformats.org/officeDocument/2006/relationships/notesSlide" Target="/ppt/notesSlides/notesSlide7.xml" Id="Rf991b01a48d6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bb12060204818" /><Relationship Type="http://schemas.openxmlformats.org/officeDocument/2006/relationships/chart" Target="/ppt/slides/charts/chart6.xml" Id="Reae2f6f1f22e4046" /><Relationship Type="http://schemas.openxmlformats.org/officeDocument/2006/relationships/notesSlide" Target="/ppt/notesSlides/notesSlide8.xml" Id="R43403baaf618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4862c49914d51" /><Relationship Type="http://schemas.openxmlformats.org/officeDocument/2006/relationships/notesSlide" Target="/ppt/notesSlides/notesSlide9.xml" Id="R1834e7f8408a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db56071cd41d0" /><Relationship Type="http://schemas.openxmlformats.org/officeDocument/2006/relationships/notesSlide" Target="/ppt/notesSlides/notesSlide10.xml" Id="R47cfbee56a37486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20AC1-D6FE-4B6F-BFD5-2B6F3C0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B41AB-6E22-4D89-BA7C-2AFCA05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DDC4F-A1FD-4BF8-960C-B71F97E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5C0D3-CFF6-458A-A248-01B5F311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02059-E0DE-44B7-9532-C3E00BE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4DE34-0FD8-4EC5-B157-D302E9CC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108767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4BCF4-5206-4F8D-8BB0-02060A84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7100E-4279-47D3-867D-23ED398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EAD9A-7197-4A68-96AE-67E32B41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A97E1-F26C-46CC-B8FA-06A94B78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98958-9B4B-41DC-9C06-F3623D21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D44FA-72CC-43A0-9A8E-FEC52D6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DB0C6-9B5A-42A5-BF3D-6DA99495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5B01C-D77C-4C14-A6D2-E7EF3C10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B8548-7B23-4FD8-BA4D-91636CA8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F4D84-53A9-40B0-AFF6-C24A6DB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0B117-B09E-4BDD-A9A7-ABB67A6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A83A0-A9A2-46BB-BCCF-CA6B1908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31057-6A86-4BD2-BDB1-677878D4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A160E-5008-42DA-937D-432ABF3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9D5FD-D4D4-4373-874D-6FC0258F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0DA8C-64A0-43E6-AADC-613D8B54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6046A-750C-4C4D-9E80-830F08EE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2B49C-CD01-447A-B206-DCEDB8D8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935F3-9AF7-4691-80C6-12609CC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E6F78-C3B6-49A1-A8E1-B9A88F16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1815288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8E223-DEF3-4F5D-92A7-C3888A0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30614-AC37-481D-915C-C50F7E2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AACDF-2259-4390-B667-F6D7D6B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AE892-200C-4A6B-8639-7F9A4B9E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6917F-70AB-4F4D-8FEB-BD15318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4459c0af5c4c8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B751D-0908-4994-848E-2AE4041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5F188-12BE-4468-BF21-8367B2D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69888-E6D7-4BDB-90FA-0D06F72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19962-2367-46F7-8DF5-05429EE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32C29-7792-41A5-B533-F25C2F1C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387DC-9B0D-4CC0-9D22-0A8D736F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DB51B-8E5C-499A-B466-8D33242E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83946-9890-4A2F-B3FD-2635195A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801010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F5D1-5776-47D9-9A4F-D7680DB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73D48-6E62-4B95-B71C-C1E77799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EFF5A-C2EB-4C71-AABE-F3224C5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1C809-953C-480A-9934-B45DCC0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8D9DD-ADAA-4281-9717-6DDDEF1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b2726dda40457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8390D-9865-4EBD-B715-264E810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E60E7-72DA-49BD-955E-EE2F29D9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9DF9D-031C-4A8C-8EB1-3F624FD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2CED4-5DCC-4660-AD65-192B16B3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1532446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6A5B1-EBA9-4AA9-9491-01736D7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0CBA3-343C-416C-A9A5-0B53B9F8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E0226-02EB-4ADB-9F8E-A003612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454F-1EDF-4522-9FE1-20D07B06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7DF04-7C60-494E-A700-9A0ED47D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891006dec47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203B8-3CAF-47C1-B9AC-49E4669B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D95AA-E8A6-4B3D-A64C-15FDB04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53368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F3382-772F-4C7C-9A94-E531C94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532C8-6C31-4AF4-AD12-338D405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E51AE-15F8-4B80-A9DB-DC6B6A8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76904-838C-40A4-A893-751E95B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4320D-75BC-4014-98EB-A8C840B9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fd212d50d24a3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BDE5-4FE2-447A-BF54-E4539CE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F031C-37B3-4ED6-AF8F-537E97E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0F4D7-560D-4EC8-A76B-1E478659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B601B-041A-4AEB-BF4A-F91B5B8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89CAE-13CB-4E68-836F-0DEC08F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2E188-157F-492C-B4D5-D1328C31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2112683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A2201-4E20-4AFB-A406-D371A03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41C8-3DA8-4F06-86CD-EACCCAA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E8607-503A-449A-99E0-39C6887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D05C6-130B-4C73-A490-E132EE4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31B1-3E4B-4B75-A860-6B8CF4F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e39422fb50462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0E54-3AA0-4C5A-B4A4-36EA6F9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A7514-3863-4BBC-83CB-7CC24D13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D13A9-96FE-4FDB-8764-9F9945A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D42D1-9A6D-4818-8ED0-FF012C0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C2C40-F9A7-46B2-9502-2436D5BD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CD1E9-73BF-4434-A9C3-EB834927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24726-CCD0-4F2F-8394-DEAE77A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684343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91A08-D84B-4BF9-BE5B-ED69BF0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33AC5-DA36-40E0-908B-0A3C606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58CB3-72E6-4BE4-96A5-4652065C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0F586-ECF3-41CD-AC81-38F1B8A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5BE76-A985-44F7-8CA1-DC920DB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e2f6f1f22e404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1AEB1-9A19-4FFA-A9A7-C69AD8A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AB069-DDFB-407E-B968-CC5BB40C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9ACD6-ABD5-4544-9DE4-F803D65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1565293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49602-4D2C-4402-97FE-BB0D637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E72D-3F55-4458-872D-5BBC2FA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DEC36-E121-4A0C-AC72-017B413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8966C-C18E-4460-AD98-A43C562C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303D0-0DF2-4853-A953-7A5A526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7D10F-BDB1-43C8-A0D3-94611CB9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35F28-7BBC-4E55-806C-E850A63F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81820-AC04-40C2-B27F-2FFF0B2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1996F-F89F-402B-9836-C6FFD0C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EE417-8E79-4079-B697-FA3CF58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D7ED-64E3-447B-8DED-09A81CBF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C7423-0233-44C2-A35D-8BA9859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0C7F3-B4CB-4134-9C8B-558A8D4F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E327B-B44F-4FBC-9687-A6910663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F5B64-CC92-42DE-ABC9-F739ECB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9E0D9-3947-48C5-933E-61666C84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C5388-38D6-4A98-A62E-D9ECC0B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176B8-99FE-472A-9CCF-16B0622C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9FA6B-7F40-4DCF-9103-319B21F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593CB-70C2-402C-BC30-E97B6AB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B96E7-D15A-4772-B30D-5BA8FE88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1568D-1504-491B-B3B0-367B65D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6E32C-6A2B-4A72-9E5B-561749DD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F75A5-FC06-4479-B67F-CB49094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02076-AD6D-44E9-8518-13CF8B0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B1F2E-5F07-4316-88ED-40EA265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4E3B5-FB4B-417C-831D-781212E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F804B-08F8-446D-8A18-5CADAFC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2117283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5B5D0-DEDF-4FDB-890A-3791C608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9DAC-236D-46DE-9DCC-CCB33E3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23675-A16F-4C1A-9AA4-C919F9F9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7D928-47B3-4470-9E38-0479719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FC690-C6F5-4C0E-A419-E0C6150A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8BDB3-9CF2-4B16-8C1E-D16684E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C18C-60A8-4668-A6D6-723E006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E4380-FE4F-4606-826C-E0C764C7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A1D55-969E-4BCD-ADF5-40B958C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AE300-A986-4268-8489-C532B95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00F2E-0A40-493B-B675-55EF6469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A2C73-2CA3-44BD-B3DA-DE9374B7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AB4ED-160E-4078-8AC1-4DF7F66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8F9CF-6D61-46FC-BE58-1AEACDBF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2E14E-4ECF-403F-B690-A967680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6093E-4E99-44C8-8A98-707722D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BA8D4-2904-46D7-9914-3AE9EC42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B5517-7D81-44F8-AD45-A45E3F83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D34FE-D4A6-4FD0-AB6B-D8D5EAC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B2886-843F-4EBC-BD05-2AE1531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55EA2-2272-4029-9217-FA75CAD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8C003-D072-49B6-8E3E-35F897A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598E5-7A70-4F85-9695-07B6F45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DE73D-2D6B-47A3-A550-E0FD125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4CF35-5DF8-481C-9CBD-F4D09B5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632463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2026-09-12T07:57:14.7870000Z</dcterms:created>
  <dcterms:modified xsi:type="dcterms:W3CDTF">2026-09-12T07:57:14.7880000Z</dcterms:modified>
</coreProperties>
</file>