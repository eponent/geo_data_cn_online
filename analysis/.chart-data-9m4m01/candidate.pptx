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4ac14cbce4819" /><Relationship Type="http://schemas.openxmlformats.org/officeDocument/2006/relationships/extended-properties" Target="/docProps/app.xml" Id="Rd2ce88001d4b410b" /><Relationship Type="http://schemas.openxmlformats.org/officeDocument/2006/relationships/officeDocument" Target="/ppt/presentation.xml" Id="R3f927037aa7449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83993660ad4170"/>
  </p:sldMasterIdLst>
  <p:notesMasterIdLst>
    <p:notesMasterId xmlns:r="http://schemas.openxmlformats.org/officeDocument/2006/relationships" r:id="Re8a284a6b83c477e"/>
  </p:notesMasterIdLst>
  <p:sldIdLst>
    <p:sldId xmlns:r="http://schemas.openxmlformats.org/officeDocument/2006/relationships" id="256" r:id="R7d812b09993a4bd7"/>
    <p:sldId xmlns:r="http://schemas.openxmlformats.org/officeDocument/2006/relationships" id="257" r:id="Rd711e4d6bf9b45e2"/>
    <p:sldId xmlns:r="http://schemas.openxmlformats.org/officeDocument/2006/relationships" id="258" r:id="Rab881325290c48c7"/>
    <p:sldId xmlns:r="http://schemas.openxmlformats.org/officeDocument/2006/relationships" id="259" r:id="R174aaad269f54c5e"/>
    <p:sldId xmlns:r="http://schemas.openxmlformats.org/officeDocument/2006/relationships" id="260" r:id="Ra7854d825e964711"/>
    <p:sldId xmlns:r="http://schemas.openxmlformats.org/officeDocument/2006/relationships" id="261" r:id="Rce9a1e5349944a29"/>
    <p:sldId xmlns:r="http://schemas.openxmlformats.org/officeDocument/2006/relationships" id="262" r:id="R8d27cd38d07c4a04"/>
    <p:sldId xmlns:r="http://schemas.openxmlformats.org/officeDocument/2006/relationships" id="263" r:id="Rf958edc00b0d40fd"/>
    <p:sldId xmlns:r="http://schemas.openxmlformats.org/officeDocument/2006/relationships" id="264" r:id="R070dc7bfd5424e03"/>
    <p:sldId xmlns:r="http://schemas.openxmlformats.org/officeDocument/2006/relationships" id="265" r:id="R36702219a081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1732694034db8" /><Relationship Type="http://schemas.openxmlformats.org/officeDocument/2006/relationships/slideMaster" Target="/ppt/slideMasters/slideMaster1.xml" Id="R6d83993660ad4170" /><Relationship Type="http://schemas.openxmlformats.org/officeDocument/2006/relationships/notesMaster" Target="/ppt/notesMasters/notesMaster1.xml" Id="Re8a284a6b83c477e" /><Relationship Type="http://schemas.openxmlformats.org/officeDocument/2006/relationships/presProps" Target="/ppt/presProps.xml" Id="R6bdbcabfe6ba4926" /><Relationship Type="http://schemas.openxmlformats.org/officeDocument/2006/relationships/tableStyles" Target="/ppt/tableStyles.xml" Id="Rf790d193a8c2407a" /><Relationship Type="http://schemas.openxmlformats.org/officeDocument/2006/relationships/slide" Target="/ppt/slides/slide1.xml" Id="R7d812b09993a4bd7" /><Relationship Type="http://schemas.openxmlformats.org/officeDocument/2006/relationships/slide" Target="/ppt/slides/slide2.xml" Id="Rd711e4d6bf9b45e2" /><Relationship Type="http://schemas.openxmlformats.org/officeDocument/2006/relationships/slide" Target="/ppt/slides/slide3.xml" Id="Rab881325290c48c7" /><Relationship Type="http://schemas.openxmlformats.org/officeDocument/2006/relationships/slide" Target="/ppt/slides/slide4.xml" Id="R174aaad269f54c5e" /><Relationship Type="http://schemas.openxmlformats.org/officeDocument/2006/relationships/slide" Target="/ppt/slides/slide5.xml" Id="Ra7854d825e964711" /><Relationship Type="http://schemas.openxmlformats.org/officeDocument/2006/relationships/slide" Target="/ppt/slides/slide6.xml" Id="Rce9a1e5349944a29" /><Relationship Type="http://schemas.openxmlformats.org/officeDocument/2006/relationships/slide" Target="/ppt/slides/slide7.xml" Id="R8d27cd38d07c4a04" /><Relationship Type="http://schemas.openxmlformats.org/officeDocument/2006/relationships/slide" Target="/ppt/slides/slide8.xml" Id="Rf958edc00b0d40fd" /><Relationship Type="http://schemas.openxmlformats.org/officeDocument/2006/relationships/slide" Target="/ppt/slides/slide9.xml" Id="R070dc7bfd5424e03" /><Relationship Type="http://schemas.openxmlformats.org/officeDocument/2006/relationships/slide" Target="/ppt/slides/slide10.xml" Id="R36702219a081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70c29fb70d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666c539c047b5" /><Relationship Type="http://schemas.openxmlformats.org/officeDocument/2006/relationships/notesMaster" Target="/ppt/notesMasters/notesMaster1.xml" Id="R5a198befb6e2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425ab038d9441a" /><Relationship Type="http://schemas.openxmlformats.org/officeDocument/2006/relationships/notesMaster" Target="/ppt/notesMasters/notesMaster1.xml" Id="R0dc0a6cd9f19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3ae63a7e444296" /><Relationship Type="http://schemas.openxmlformats.org/officeDocument/2006/relationships/notesMaster" Target="/ppt/notesMasters/notesMaster1.xml" Id="Rf9eabbce96944e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22f586aee3442f" /><Relationship Type="http://schemas.openxmlformats.org/officeDocument/2006/relationships/notesMaster" Target="/ppt/notesMasters/notesMaster1.xml" Id="Rcfee53d0a3a6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ed971a5f904fea" /><Relationship Type="http://schemas.openxmlformats.org/officeDocument/2006/relationships/notesMaster" Target="/ppt/notesMasters/notesMaster1.xml" Id="Ra5d771d8f940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757da14224efd" /><Relationship Type="http://schemas.openxmlformats.org/officeDocument/2006/relationships/notesMaster" Target="/ppt/notesMasters/notesMaster1.xml" Id="R9c6b84f5ac764e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be965141841bf" /><Relationship Type="http://schemas.openxmlformats.org/officeDocument/2006/relationships/notesMaster" Target="/ppt/notesMasters/notesMaster1.xml" Id="R4b66ede3308441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4786bf04b4de5" /><Relationship Type="http://schemas.openxmlformats.org/officeDocument/2006/relationships/notesMaster" Target="/ppt/notesMasters/notesMaster1.xml" Id="R7ccfafbb17244e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0c1261dcd4524" /><Relationship Type="http://schemas.openxmlformats.org/officeDocument/2006/relationships/notesMaster" Target="/ppt/notesMasters/notesMaster1.xml" Id="Ra53784204ae3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ee7fd1827f44b4" /><Relationship Type="http://schemas.openxmlformats.org/officeDocument/2006/relationships/notesMaster" Target="/ppt/notesMasters/notesMaster1.xml" Id="R2da91ba1c7db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22d3344b843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514c4f6524913" /><Relationship Type="http://schemas.openxmlformats.org/officeDocument/2006/relationships/slideLayout" Target="/ppt/slideLayouts/slideLayout1.xml" Id="R8b55033b42ec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55033b42ec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ec72885804501" /><Relationship Type="http://schemas.openxmlformats.org/officeDocument/2006/relationships/notesSlide" Target="/ppt/notesSlides/notesSlide1.xml" Id="Rda7060dcb7844a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597ed60334649" /><Relationship Type="http://schemas.openxmlformats.org/officeDocument/2006/relationships/notesSlide" Target="/ppt/notesSlides/notesSlide2.xml" Id="Rbb2563669f4f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acb5721f841f6" /><Relationship Type="http://schemas.openxmlformats.org/officeDocument/2006/relationships/chart" Target="/ppt/slides/charts/chart1.xml" Id="R10b67e3aaefd490f" /><Relationship Type="http://schemas.openxmlformats.org/officeDocument/2006/relationships/notesSlide" Target="/ppt/notesSlides/notesSlide3.xml" Id="R26b31c1403c9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cdfc62414e49" /><Relationship Type="http://schemas.openxmlformats.org/officeDocument/2006/relationships/chart" Target="/ppt/slides/charts/chart2.xml" Id="Rf91f848c39624350" /><Relationship Type="http://schemas.openxmlformats.org/officeDocument/2006/relationships/notesSlide" Target="/ppt/notesSlides/notesSlide4.xml" Id="Rdf4f9a247ab54e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d596aa53d44dd" /><Relationship Type="http://schemas.openxmlformats.org/officeDocument/2006/relationships/chart" Target="/ppt/slides/charts/chart3.xml" Id="R2d86f4a2a4a74e99" /><Relationship Type="http://schemas.openxmlformats.org/officeDocument/2006/relationships/notesSlide" Target="/ppt/notesSlides/notesSlide5.xml" Id="R283e20c07b4241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a09407358455e" /><Relationship Type="http://schemas.openxmlformats.org/officeDocument/2006/relationships/chart" Target="/ppt/slides/charts/chart4.xml" Id="Ra1e8ac53487540d1" /><Relationship Type="http://schemas.openxmlformats.org/officeDocument/2006/relationships/notesSlide" Target="/ppt/notesSlides/notesSlide6.xml" Id="R205eaffbaf5746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d4326ec354aca" /><Relationship Type="http://schemas.openxmlformats.org/officeDocument/2006/relationships/chart" Target="/ppt/slides/charts/chart5.xml" Id="R8352e307b53f47d0" /><Relationship Type="http://schemas.openxmlformats.org/officeDocument/2006/relationships/notesSlide" Target="/ppt/notesSlides/notesSlide7.xml" Id="R30050462fd17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8aedf1ef4981" /><Relationship Type="http://schemas.openxmlformats.org/officeDocument/2006/relationships/chart" Target="/ppt/slides/charts/chart6.xml" Id="R1a003e13f12743fb" /><Relationship Type="http://schemas.openxmlformats.org/officeDocument/2006/relationships/notesSlide" Target="/ppt/notesSlides/notesSlide8.xml" Id="R56ae361a0e92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a929cb40f4a9a" /><Relationship Type="http://schemas.openxmlformats.org/officeDocument/2006/relationships/notesSlide" Target="/ppt/notesSlides/notesSlide9.xml" Id="Rcf0d5c4a97cc46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846d764624299" /><Relationship Type="http://schemas.openxmlformats.org/officeDocument/2006/relationships/notesSlide" Target="/ppt/notesSlides/notesSlide10.xml" Id="Rd1b4fb0f9bd442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C6097-4CC1-4EDC-809E-39D391A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D5D46-F2F1-4525-A4FE-9066F50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16D24-FA7A-46E2-98BF-F6B089C9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2E7E0-06D2-4A54-8D54-70732A00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0F1C-066D-4ADE-9CF7-00B922DE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F7B06-D347-46A2-A82A-ED5B5A4B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730825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01BC9-5AB1-4C69-AE81-27D3797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67B9B-DF6E-472C-9F6C-C069307A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09982-3D87-46BC-A2E0-B265CCD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BC8C7-0F01-4427-B412-E534FA6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0B8A7-6D06-4E29-95B8-37E19729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EA287-8725-4925-B70E-929A06F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04322-4119-4C5A-8A87-3273997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BA4EF-133A-4365-A791-E0FE4ED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D2D8C-4BAB-43B3-84A3-B578EAB2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003D2-CE84-4A1C-A31C-2C2E6373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C4092-108D-49B3-832B-8B7FCBC0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C3564-17B1-4341-8551-DAFFF0F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4FA5A-979A-4101-8FC3-9EC3278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254E8-E004-46E3-9D88-DE94EB9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24D39-8379-4261-9278-2C3A465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E3410-0056-4D4E-AC73-7463DC4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FCAF1-444A-4697-9E0F-A7AF149C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FD24F-CC4E-4FDE-AF68-5EAC62B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B521A-7E20-4AB6-8BBC-6908889D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0F56E-A556-4C96-BCB7-230BE54A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920785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75F73-46BB-422D-933E-B2BB877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F05F7-3EFB-4952-991F-B79CF24B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13D42-F414-4F53-8856-36D41E8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D31D1-76D6-4FBC-A04B-C2A063A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5A603-80F8-461D-B210-37728277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b67e3aaefd490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B1CFE-6B8D-463C-A0F3-5705F1F1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687DC-9543-4508-AD05-31A9D93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F2AEF-9D6A-4791-9E01-E9316CF6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8AD29-2F88-4C0D-9895-6DC7B68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ED6E-D196-467A-A5D9-6FA4F69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95BAF-2218-4262-AFB7-2DB99445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3A6E4-36DA-415D-95C3-411BA77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D1858-3AD7-43AA-8E7E-BF41802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B6790-DCB2-491C-9CA8-6059D88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69847-A313-4097-A16D-CAAB49FE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841036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6C19A-1D65-4330-9965-9037086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D4145-3F56-4768-A850-BFBB153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5D687-9C56-47DC-B179-3CE57D7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C74A-B558-4871-AA67-A0A2490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B105D-8B57-46B1-ACE4-F6FFEC7D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1f848c3962435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3509B-F0B0-421C-A3CE-4D46E40C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7E74D-7E84-4F57-9E32-E530DC61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B69F3-57DB-43A2-857B-45FDA1E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DF343-2640-4C13-B3EE-FBF0DC4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759183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12720-DB40-4EB8-BDB3-36DC791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B383-C186-4695-AA65-B72D799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7D9CE-1894-43F8-A188-310B910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C6573-F0A5-457E-823C-F30E7D90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62BC6-A744-4522-812F-05259F0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6f4a2a4a74e9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35DFD-D4C5-45A7-9B9B-169D277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BE8FF-EF55-4BB2-898C-F6B9E56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726545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1484C-F8FF-4942-A546-82A5B8F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94B95-4677-4E45-BD22-DF41BED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58B9A-5976-487C-B08C-2F5105C4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0E26C-5DDB-44B5-B038-80FB593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AE7E3-7888-49E5-AFA7-7B21D861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e8ac53487540d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71795-53FB-4162-8FA0-6266BC65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803DD-77B8-43AA-97D4-E2E92935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F638D-ADF0-4E93-9AFA-1925C43C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2E768-73E9-497D-8BAB-9AE74A07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E7841-D2A6-45C7-8AA9-B22C930C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079D5-DD18-4505-B8FC-23F1B02C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121524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0DC6E-687B-4A97-A595-29C8ADAB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D5B3B-A8F3-4744-8D6F-4FA7908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81D3F-FA5C-4175-B989-98F8AA9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71DC-21D9-41AE-AFFE-4087D4D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F6377-D3DE-4032-94F5-8B2368A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52e307b53f47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A078B-AACB-4C0B-B33B-911E1B3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623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05C93-3232-43B0-9BF8-601D7F1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2D07E-D111-462D-B416-9E69F1C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DDCE-147B-4841-8820-5A9BF9F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A3A4B-BBB0-4268-A1C3-51722BF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753BA-FC09-4527-9A62-3135942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1AC2A-9AE7-448F-9932-726D29A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DF7F5-017F-4113-A574-15E85AE4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382050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8A9FF-F9D7-497F-A9D8-62E8E2A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57580-2541-49B1-9385-D464321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FB7B3-245B-42EA-B3B6-BEB0F984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8324D-E399-4D24-806D-6D25B7D0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E44C-0FD4-4B5C-9A07-F7065D5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003e13f12743f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A5748-780C-42A9-9957-CC31AE3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5679-F908-42EF-AAFD-674A513C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4F117-82D4-4AE9-979B-3A521F4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256398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2132E-7492-4127-A426-4E0632D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72B5-3699-4E6C-93DC-9533E5A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38277-CA2A-4C2E-BE75-A0BE0C7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39A70-043C-4B9C-BCF0-DCC517F3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C1DD5-78F8-4CC7-A859-5E8EADF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A7EF9-7180-4D9C-A73F-BE4D4FA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64BDB-9991-4814-9AD2-A0D69DA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2FE60-82C2-4CDD-AE87-BB87621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7B9A6-6604-44F5-9A63-C4F827F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7D268-E614-4C83-A648-D2D00287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BB1E2-7D80-4B0E-9BDA-867CA90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D0033-8B15-43A0-B89D-B17632B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87B0A-2F5B-490F-B49F-92F4C08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12C7F-936A-4736-9CF6-CA3557D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1F651-6626-4B74-B714-4AC1950D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7479B-9988-47B2-A29F-FD72BB0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3E217-BD3B-4AEB-BD37-121C694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E9E4C-C229-4C81-A3A3-D0DCC906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62C01-B55A-459C-8993-E8DDBE4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EEB08-B798-4990-878F-6D8415F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28237-7D7F-494C-A33E-C4BCC2D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2C870-10B0-4D4A-A351-C9AF86B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A24EF-21E7-4B23-834A-2394A4F1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1631050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34A41-99D3-4DB0-A5E3-41B8241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C369-CEFE-4F2D-96CB-05F55238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16702-093F-4E24-9E1F-4F4E3755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114A3-CA94-478F-9DAE-C6E4B67F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48235-E686-486A-874B-E9C69F5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6D29-958B-46F9-B9DE-00725E6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97099-A0CE-4C7D-B1EF-D7320F1F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50DDE-B5FF-4575-8F2F-D34F17DF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8F248-D6FB-446F-830E-B94B1365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D770D-2D7C-4191-9FA7-6F4E90A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3BDDF-004A-4F47-BA51-5E9238FB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3C80-C916-4E17-86DB-5E56322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75922-29BB-4C7A-A800-F6A14E4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F9B84-E1F9-47C4-8BA0-8DD7D9FC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4364F-13EC-4406-B424-654D4C9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E895D-99D4-40EF-A69B-2E23A4B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B0551-5269-4640-B3A7-439048FB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9C3AE-04A5-4AFA-803C-F1ED0DD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4CC2F-AF49-49D3-BB84-C0A4D3B8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C7F23-F036-4791-9B4E-83C8117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1F709-86C4-4F2E-9191-AAB2E8F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E0FBA-5E8C-4B8B-AE1C-8C6BD65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CF875-149E-4FAF-B6CB-E719C90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E9043-8633-4245-8607-671A5CF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F8ECE-895B-457B-BBEA-EE25CD1A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582770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2026-09-12T08:01:09.0750000Z</dcterms:created>
  <dcterms:modified xsi:type="dcterms:W3CDTF">2026-09-12T08:01:09.0750000Z</dcterms:modified>
</coreProperties>
</file>