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7dc19ce684bc8" /><Relationship Type="http://schemas.openxmlformats.org/officeDocument/2006/relationships/extended-properties" Target="/docProps/app.xml" Id="Rdb00c34ec40d4cc3" /><Relationship Type="http://schemas.openxmlformats.org/officeDocument/2006/relationships/officeDocument" Target="/ppt/presentation.xml" Id="R8fc9facc3b7146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18825a52e4a08"/>
  </p:sldMasterIdLst>
  <p:notesMasterIdLst>
    <p:notesMasterId xmlns:r="http://schemas.openxmlformats.org/officeDocument/2006/relationships" r:id="Rf968af857356466d"/>
  </p:notesMasterIdLst>
  <p:sldIdLst>
    <p:sldId xmlns:r="http://schemas.openxmlformats.org/officeDocument/2006/relationships" id="256" r:id="Rdca0eb31b13e4172"/>
    <p:sldId xmlns:r="http://schemas.openxmlformats.org/officeDocument/2006/relationships" id="257" r:id="R87712df06bce4727"/>
    <p:sldId xmlns:r="http://schemas.openxmlformats.org/officeDocument/2006/relationships" id="258" r:id="R76382db394c94bd2"/>
    <p:sldId xmlns:r="http://schemas.openxmlformats.org/officeDocument/2006/relationships" id="259" r:id="R75cc9e5eabc04862"/>
    <p:sldId xmlns:r="http://schemas.openxmlformats.org/officeDocument/2006/relationships" id="260" r:id="Rdc5379d762bb4d03"/>
    <p:sldId xmlns:r="http://schemas.openxmlformats.org/officeDocument/2006/relationships" id="261" r:id="Re3d9d688a41649d2"/>
    <p:sldId xmlns:r="http://schemas.openxmlformats.org/officeDocument/2006/relationships" id="262" r:id="R3b1781c640de445a"/>
    <p:sldId xmlns:r="http://schemas.openxmlformats.org/officeDocument/2006/relationships" id="263" r:id="R085282aa1306438c"/>
    <p:sldId xmlns:r="http://schemas.openxmlformats.org/officeDocument/2006/relationships" id="264" r:id="R96ef3d6cba7548c5"/>
    <p:sldId xmlns:r="http://schemas.openxmlformats.org/officeDocument/2006/relationships" id="265" r:id="R845c88533fe7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cb5417ee541f9" /><Relationship Type="http://schemas.openxmlformats.org/officeDocument/2006/relationships/slideMaster" Target="/ppt/slideMasters/slideMaster1.xml" Id="Rfbc18825a52e4a08" /><Relationship Type="http://schemas.openxmlformats.org/officeDocument/2006/relationships/notesMaster" Target="/ppt/notesMasters/notesMaster1.xml" Id="Rf968af857356466d" /><Relationship Type="http://schemas.openxmlformats.org/officeDocument/2006/relationships/presProps" Target="/ppt/presProps.xml" Id="Rc86d4c8052944a3c" /><Relationship Type="http://schemas.openxmlformats.org/officeDocument/2006/relationships/tableStyles" Target="/ppt/tableStyles.xml" Id="Ra888ec63cd894f82" /><Relationship Type="http://schemas.openxmlformats.org/officeDocument/2006/relationships/slide" Target="/ppt/slides/slide1.xml" Id="Rdca0eb31b13e4172" /><Relationship Type="http://schemas.openxmlformats.org/officeDocument/2006/relationships/slide" Target="/ppt/slides/slide2.xml" Id="R87712df06bce4727" /><Relationship Type="http://schemas.openxmlformats.org/officeDocument/2006/relationships/slide" Target="/ppt/slides/slide3.xml" Id="R76382db394c94bd2" /><Relationship Type="http://schemas.openxmlformats.org/officeDocument/2006/relationships/slide" Target="/ppt/slides/slide4.xml" Id="R75cc9e5eabc04862" /><Relationship Type="http://schemas.openxmlformats.org/officeDocument/2006/relationships/slide" Target="/ppt/slides/slide5.xml" Id="Rdc5379d762bb4d03" /><Relationship Type="http://schemas.openxmlformats.org/officeDocument/2006/relationships/slide" Target="/ppt/slides/slide6.xml" Id="Re3d9d688a41649d2" /><Relationship Type="http://schemas.openxmlformats.org/officeDocument/2006/relationships/slide" Target="/ppt/slides/slide7.xml" Id="R3b1781c640de445a" /><Relationship Type="http://schemas.openxmlformats.org/officeDocument/2006/relationships/slide" Target="/ppt/slides/slide8.xml" Id="R085282aa1306438c" /><Relationship Type="http://schemas.openxmlformats.org/officeDocument/2006/relationships/slide" Target="/ppt/slides/slide9.xml" Id="R96ef3d6cba7548c5" /><Relationship Type="http://schemas.openxmlformats.org/officeDocument/2006/relationships/slide" Target="/ppt/slides/slide10.xml" Id="R845c88533fe7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41f39ca9c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0d99d60964d75" /><Relationship Type="http://schemas.openxmlformats.org/officeDocument/2006/relationships/notesMaster" Target="/ppt/notesMasters/notesMaster1.xml" Id="Ra385c752bd43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cba8673194050" /><Relationship Type="http://schemas.openxmlformats.org/officeDocument/2006/relationships/notesMaster" Target="/ppt/notesMasters/notesMaster1.xml" Id="R293af25797d744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9394b006a4e86" /><Relationship Type="http://schemas.openxmlformats.org/officeDocument/2006/relationships/notesMaster" Target="/ppt/notesMasters/notesMaster1.xml" Id="R1040ebd979b2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564c1961c64fdd" /><Relationship Type="http://schemas.openxmlformats.org/officeDocument/2006/relationships/notesMaster" Target="/ppt/notesMasters/notesMaster1.xml" Id="R9552eacc9a9147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f8652b2ee470f" /><Relationship Type="http://schemas.openxmlformats.org/officeDocument/2006/relationships/notesMaster" Target="/ppt/notesMasters/notesMaster1.xml" Id="R0c4663b16ee342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f3f39ef8b34565" /><Relationship Type="http://schemas.openxmlformats.org/officeDocument/2006/relationships/notesMaster" Target="/ppt/notesMasters/notesMaster1.xml" Id="R1900a590a30641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8d65e98bb1459a" /><Relationship Type="http://schemas.openxmlformats.org/officeDocument/2006/relationships/notesMaster" Target="/ppt/notesMasters/notesMaster1.xml" Id="R75afc429a2b7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0b20f8bdbf49eb" /><Relationship Type="http://schemas.openxmlformats.org/officeDocument/2006/relationships/notesMaster" Target="/ppt/notesMasters/notesMaster1.xml" Id="Rf4f08c9eb364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ddf274f7dd443e" /><Relationship Type="http://schemas.openxmlformats.org/officeDocument/2006/relationships/notesMaster" Target="/ppt/notesMasters/notesMaster1.xml" Id="R96639e0fc0a444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eb8b74e33945cb" /><Relationship Type="http://schemas.openxmlformats.org/officeDocument/2006/relationships/notesMaster" Target="/ppt/notesMasters/notesMaster1.xml" Id="R6bc36010a4e7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a6f6336074d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842d8d452243e8" /><Relationship Type="http://schemas.openxmlformats.org/officeDocument/2006/relationships/slideLayout" Target="/ppt/slideLayouts/slideLayout1.xml" Id="Rba0dcd0ec742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0dcd0ec742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6d8bc2332412c" /><Relationship Type="http://schemas.openxmlformats.org/officeDocument/2006/relationships/notesSlide" Target="/ppt/notesSlides/notesSlide1.xml" Id="Rcf7cd12b8939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45d93d38a40f3" /><Relationship Type="http://schemas.openxmlformats.org/officeDocument/2006/relationships/notesSlide" Target="/ppt/notesSlides/notesSlide2.xml" Id="Rf52cb52d377143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815a43edb402a" /><Relationship Type="http://schemas.openxmlformats.org/officeDocument/2006/relationships/chart" Target="/ppt/slides/charts/chart1.xml" Id="R4ea6ad9c072a4c65" /><Relationship Type="http://schemas.openxmlformats.org/officeDocument/2006/relationships/notesSlide" Target="/ppt/notesSlides/notesSlide3.xml" Id="Raa9efdbf52a34c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8c1d7996a4ff2" /><Relationship Type="http://schemas.openxmlformats.org/officeDocument/2006/relationships/chart" Target="/ppt/slides/charts/chart2.xml" Id="R1fd1933f5aa646a5" /><Relationship Type="http://schemas.openxmlformats.org/officeDocument/2006/relationships/notesSlide" Target="/ppt/notesSlides/notesSlide4.xml" Id="R40478bebe0de42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ce89e1e8c46cd" /><Relationship Type="http://schemas.openxmlformats.org/officeDocument/2006/relationships/chart" Target="/ppt/slides/charts/chart3.xml" Id="R76109a3030c84b77" /><Relationship Type="http://schemas.openxmlformats.org/officeDocument/2006/relationships/notesSlide" Target="/ppt/notesSlides/notesSlide5.xml" Id="R0fc10c687a3246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2e9d0f2034506" /><Relationship Type="http://schemas.openxmlformats.org/officeDocument/2006/relationships/chart" Target="/ppt/slides/charts/chart4.xml" Id="Ra1cce334d7ba45d4" /><Relationship Type="http://schemas.openxmlformats.org/officeDocument/2006/relationships/notesSlide" Target="/ppt/notesSlides/notesSlide6.xml" Id="R659a9505933c46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8f7602604500" /><Relationship Type="http://schemas.openxmlformats.org/officeDocument/2006/relationships/chart" Target="/ppt/slides/charts/chart5.xml" Id="Ree244ac867364df6" /><Relationship Type="http://schemas.openxmlformats.org/officeDocument/2006/relationships/notesSlide" Target="/ppt/notesSlides/notesSlide7.xml" Id="Re461794f1a844e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60100c5cd47c3" /><Relationship Type="http://schemas.openxmlformats.org/officeDocument/2006/relationships/chart" Target="/ppt/slides/charts/chart6.xml" Id="R7156af63642e4415" /><Relationship Type="http://schemas.openxmlformats.org/officeDocument/2006/relationships/notesSlide" Target="/ppt/notesSlides/notesSlide8.xml" Id="R77df7a1b0ea14a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d4c1eb1544cc1" /><Relationship Type="http://schemas.openxmlformats.org/officeDocument/2006/relationships/notesSlide" Target="/ppt/notesSlides/notesSlide9.xml" Id="R069d02ac8b3140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e0a3429654c0d" /><Relationship Type="http://schemas.openxmlformats.org/officeDocument/2006/relationships/notesSlide" Target="/ppt/notesSlides/notesSlide10.xml" Id="Rf718305526b84d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322B6-9950-4642-9B66-0F36476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C6922-B0DD-4505-A422-2705860E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7BDCD-3B08-460D-8660-84FF398B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1549E-6E1E-4DA5-8379-B6F6C08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B441F-E748-458C-82E8-0EB367D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F7965-57EB-4B0D-91A7-E61E57EC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1167794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2BC65-3655-40D2-A0AD-E32285D9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69ED-4D22-4D94-8A58-548BE3E9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0F6FE-FF05-4F71-AA96-CA754C6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1A843-3C91-46C1-9524-593234C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3DC0E-C4E7-4386-8E39-5F01FBC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0ED6A-E5AB-4DD8-84DF-A3A7318C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7A934-B10E-48BF-A2AE-5B68143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323B4-B27C-4CBC-89AC-1EA046F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4DD4C-27CC-444F-AB71-BF9ED7D7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CA5B8-B052-4FF5-93C9-B362E24C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C5B9B-F3A0-4D36-B64C-8856087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A1931-7F1A-48CE-BE00-1581FA0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DA4F1-4655-4380-A6EB-7CBB223B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F59FC-6A50-41DE-B0FC-202B963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4FED4-8791-44F2-A273-98D9A036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0FEB7-1B73-4BD0-82EA-F247D24B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02736-88D1-46B9-B4F5-53327B98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E5EE9-6D30-4414-96A4-93D43E2C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50DC2-DAC5-4460-B7A4-07B71C06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63FFA-2C70-46D1-8471-FAFA2C34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485367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F5072-8F8B-48EF-BC76-03F20F0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7CD18-97F2-41DB-AA54-FB1A218D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FBCEE-2EAE-4C6C-A942-5955D40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D1EEC-F490-4787-8775-C2C37D07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895D-8462-4E27-AD0C-15E6DF8E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a6ad9c072a4c6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9F156-F070-4904-8676-E4603AC9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24D84-96DC-433A-9EA1-0FEB121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B4202-CE31-4EF1-A3B9-26DE999B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C622-6141-49E4-A480-9D5B2DD2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3D422-F589-4DA1-914C-4514AF6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E559-58A7-4D8F-9DA5-C4976A4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7BCD5-DD01-4A67-B2D9-85BBE80A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FA132-4EEE-459F-8EA3-FB0A57E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CC86A-5C61-4604-871D-48DE486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5644A-6A0F-4261-AB36-6BD807F9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1778860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3BFE5-B96B-41CB-8A90-A996FDF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5EED0-050F-47DC-AF93-4B608D4C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DD2EE-E693-48D3-9A3F-7B3243D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5AAD1-7EAB-4EB1-B0E4-C8A5C2F4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7DEAC-CC72-44A7-A089-4F8874A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d1933f5aa646a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25EB-AECA-4293-8E68-98775EE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35126-B5FB-4C1E-90BB-F3CC297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CD7DA-3440-478B-940D-A2672454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791DA-8006-4042-BF67-DEFE5859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537709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C55AF-A8AA-45DD-A253-737A585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84809-9B60-4D21-892F-D819B00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06FB6-0BC4-4C76-A6A1-7755F409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9ABA-696E-45FF-9516-C89037D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59269-BC71-4928-B7AE-1EFFDEE2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109a3030c84b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DE485-E5DA-4AE4-8040-FAD8B0D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AD09-E516-4DF9-A599-F731071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337782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C19DD-C4D4-47E6-BCEA-98F1A14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BE315-0321-4F03-AC9A-D38556F8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7FF93-5739-45B9-8854-E15BA53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9AC44-F8E1-4EA1-9894-1F4C9B37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7B424-AF95-4E3B-A8A8-A80832E5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cce334d7ba45d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037C6-A521-4645-90FA-0369E0D2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25B2-5F8E-4463-B4C4-ED1B4F5A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4528-17D2-4B57-AE59-B5AE0F23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B9003-586B-4DF1-A7A6-4B7D6B9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F4141-3FAE-4107-9162-E5C52660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872C7-4873-401C-9795-8B3AE11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1669052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E6978-785B-4164-9EC1-8C32503D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68C35-6035-4AF5-AAD4-1626299E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DB378-9EE4-4E5D-BD6C-5CBE319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53890-05E0-4EC4-9E46-296B279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C1A7D-BB79-41C4-810D-7817E539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244ac867364df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716C4-503D-435D-8A61-9D3E7D4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623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DFE32-2235-4E63-A885-22928FD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C96FD-16ED-4988-8D87-9552184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1F62E-2FA3-475B-87A1-2A468993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AEAC0-2A27-4A80-99AA-1DD0A003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8B576-21B1-40DD-9B4A-598D06C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CE1A2-35DA-45C9-AC5D-5CBA8A30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851B1-0745-432B-9517-615B84C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1802206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A1381-A9F2-497C-9F3A-614E429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ACE08-0569-49BA-9F55-DA8E5A6B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9D901-47BC-40CF-8F78-756A1A79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9B178-13B7-4E94-8244-8B3D9EBE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A65E5-A271-4014-9E95-5AFFC959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56af63642e441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A6089-EF59-4EFE-BE72-87478DF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7381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DA6FB-EDA1-46CD-B716-70A783D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57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BF6E7-6D20-4A72-8FCD-5961B07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9749E-8D18-4F05-A19C-86DB1B3D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DB4B0-9BCA-4951-9479-06AB4CF8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57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60%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67F97-0124-4C06-A546-C71DD9FE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38CFB-D1C0-446E-BE72-3C87F56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D504C-A450-4ED3-AEEC-724A692E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8E58B-178F-4BDE-B060-D05099E3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A56D0-0262-4985-AA90-B7172B45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1042454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AB101-F0E8-4D66-8BEB-14DED765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2E71C-8D7D-450F-887D-620B4E3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0397E-D817-4D8C-A52E-5893CAE4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50A9-8041-4EA2-BD9C-1BACED6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42C41-E26E-44FF-941A-8D345AC3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1DC22-F96F-4EAC-B99C-DCDC692F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091BD-682F-4A71-BC3B-0138FCE4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3EFAC-4E0D-4269-8292-5DBA9834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B0648-3BB5-4446-8DBD-7240C38E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3190-F523-4329-876A-94DE8017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9FEC1-783B-46B7-964E-349E23C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60A37-974F-4D76-A4C2-3172F0A3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C1A6C-4D73-4F7C-9A87-E3616A95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4393E-F652-4C60-9CEE-E7CD316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30649-E2C8-4D53-B24B-6168ED8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47C29-8675-4854-85E0-1F9CFB50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31B7A-CE5A-40B6-9F78-33E0A3EA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76BC0-8876-482B-BD3E-E17E1E2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88568-FC71-49A6-A2C8-353A5AE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01647-AD51-4E82-B58F-385AE46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079A7-BF6E-4E3F-9685-9731B6C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87956-CC8F-4178-9FD7-1EFECA7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C8672-8022-47DF-A8FF-FBFCE300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442720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44443-B14E-46F1-8C53-9318957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66140-FCD8-40B3-93C4-E99EF7D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FAFAC-E569-4920-954A-25A20F5A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AF1EE-6418-483E-B819-0535DFA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33A76-E9AA-4DB0-888C-5938E1B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151E8-62AB-4AC1-A6E7-003FCF42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E34AF-AD5B-4166-95C2-832B790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4456B-4F88-4869-BFE2-CBA21B4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26A71-A640-4D98-984D-E03282F6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844F1-2841-414F-93F6-7A459ED4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DF3A2-6368-410F-A90F-10C5B6D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2C099-3E36-4604-BCA7-9875F42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765FE-3FC8-4017-B335-CABBB5B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CF53F-848D-4150-8020-1FA83F7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9B04-B4AC-412B-9C35-241C792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65AAC-EF93-4DBB-8730-E1331040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C0535-0EAA-492E-903B-191DCF4F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99EB5-F62E-45BA-8B15-12D55B5C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F1E3F-1343-41EC-914C-7FEC3D23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28BB1-BB42-48C3-89BE-A9656BB9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64B2A-DD20-415B-AAB0-70883CFA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81A9A-D7D7-4863-B285-911DD5D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C1275-F7BB-45D5-8769-0887A9A1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D847B-8F33-4DC4-B562-2C8ED7F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B9D50-1570-4CD2-8322-E6792E90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409216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2026-09-12T08:04:12.6100000Z</dcterms:created>
  <dcterms:modified xsi:type="dcterms:W3CDTF">2026-09-12T08:04:12.6100000Z</dcterms:modified>
</coreProperties>
</file>