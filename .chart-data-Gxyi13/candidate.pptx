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f175cb0b44d20" /><Relationship Type="http://schemas.openxmlformats.org/officeDocument/2006/relationships/extended-properties" Target="/docProps/app.xml" Id="R1b2bdf74d92948d9" /><Relationship Type="http://schemas.openxmlformats.org/officeDocument/2006/relationships/officeDocument" Target="/ppt/presentation.xml" Id="R1bdb29ef5391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00585411f436c"/>
  </p:sldMasterIdLst>
  <p:notesMasterIdLst>
    <p:notesMasterId xmlns:r="http://schemas.openxmlformats.org/officeDocument/2006/relationships" r:id="R863893a7ba324336"/>
  </p:notesMasterIdLst>
  <p:sldIdLst>
    <p:sldId xmlns:r="http://schemas.openxmlformats.org/officeDocument/2006/relationships" id="256" r:id="R60b639079527434c"/>
    <p:sldId xmlns:r="http://schemas.openxmlformats.org/officeDocument/2006/relationships" id="257" r:id="Rfd9dd334db354961"/>
    <p:sldId xmlns:r="http://schemas.openxmlformats.org/officeDocument/2006/relationships" id="258" r:id="Rcd4a49cfb2454e24"/>
    <p:sldId xmlns:r="http://schemas.openxmlformats.org/officeDocument/2006/relationships" id="259" r:id="Rcc1c90dbeb0043c9"/>
    <p:sldId xmlns:r="http://schemas.openxmlformats.org/officeDocument/2006/relationships" id="260" r:id="Rcee347ff2c8a4262"/>
    <p:sldId xmlns:r="http://schemas.openxmlformats.org/officeDocument/2006/relationships" id="261" r:id="R584f5c54496d48a3"/>
    <p:sldId xmlns:r="http://schemas.openxmlformats.org/officeDocument/2006/relationships" id="262" r:id="R1036cd494a404bf8"/>
    <p:sldId xmlns:r="http://schemas.openxmlformats.org/officeDocument/2006/relationships" id="263" r:id="Rcd5bde6eb9c84f34"/>
    <p:sldId xmlns:r="http://schemas.openxmlformats.org/officeDocument/2006/relationships" id="264" r:id="Rd5f072d961a94236"/>
    <p:sldId xmlns:r="http://schemas.openxmlformats.org/officeDocument/2006/relationships" id="265" r:id="R6fb43291f2004a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2d40fbbcd4b4c" /><Relationship Type="http://schemas.openxmlformats.org/officeDocument/2006/relationships/slideMaster" Target="/ppt/slideMasters/slideMaster1.xml" Id="Reac00585411f436c" /><Relationship Type="http://schemas.openxmlformats.org/officeDocument/2006/relationships/notesMaster" Target="/ppt/notesMasters/notesMaster1.xml" Id="R863893a7ba324336" /><Relationship Type="http://schemas.openxmlformats.org/officeDocument/2006/relationships/presProps" Target="/ppt/presProps.xml" Id="R0b658b59466042b2" /><Relationship Type="http://schemas.openxmlformats.org/officeDocument/2006/relationships/tableStyles" Target="/ppt/tableStyles.xml" Id="R95f6a1fcfc704f19" /><Relationship Type="http://schemas.openxmlformats.org/officeDocument/2006/relationships/slide" Target="/ppt/slides/slide1.xml" Id="R60b639079527434c" /><Relationship Type="http://schemas.openxmlformats.org/officeDocument/2006/relationships/slide" Target="/ppt/slides/slide2.xml" Id="Rfd9dd334db354961" /><Relationship Type="http://schemas.openxmlformats.org/officeDocument/2006/relationships/slide" Target="/ppt/slides/slide3.xml" Id="Rcd4a49cfb2454e24" /><Relationship Type="http://schemas.openxmlformats.org/officeDocument/2006/relationships/slide" Target="/ppt/slides/slide4.xml" Id="Rcc1c90dbeb0043c9" /><Relationship Type="http://schemas.openxmlformats.org/officeDocument/2006/relationships/slide" Target="/ppt/slides/slide5.xml" Id="Rcee347ff2c8a4262" /><Relationship Type="http://schemas.openxmlformats.org/officeDocument/2006/relationships/slide" Target="/ppt/slides/slide6.xml" Id="R584f5c54496d48a3" /><Relationship Type="http://schemas.openxmlformats.org/officeDocument/2006/relationships/slide" Target="/ppt/slides/slide7.xml" Id="R1036cd494a404bf8" /><Relationship Type="http://schemas.openxmlformats.org/officeDocument/2006/relationships/slide" Target="/ppt/slides/slide8.xml" Id="Rcd5bde6eb9c84f34" /><Relationship Type="http://schemas.openxmlformats.org/officeDocument/2006/relationships/slide" Target="/ppt/slides/slide9.xml" Id="Rd5f072d961a94236" /><Relationship Type="http://schemas.openxmlformats.org/officeDocument/2006/relationships/slide" Target="/ppt/slides/slide10.xml" Id="R6fb43291f200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ccb2266e4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f1555603c4781" /><Relationship Type="http://schemas.openxmlformats.org/officeDocument/2006/relationships/notesMaster" Target="/ppt/notesMasters/notesMaster1.xml" Id="Ra131a9575e39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4bcdb453ed46eb" /><Relationship Type="http://schemas.openxmlformats.org/officeDocument/2006/relationships/notesMaster" Target="/ppt/notesMasters/notesMaster1.xml" Id="R45baa08b80bd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53d38c23c46ad" /><Relationship Type="http://schemas.openxmlformats.org/officeDocument/2006/relationships/notesMaster" Target="/ppt/notesMasters/notesMaster1.xml" Id="R280b328145af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e03a3aea2d4854" /><Relationship Type="http://schemas.openxmlformats.org/officeDocument/2006/relationships/notesMaster" Target="/ppt/notesMasters/notesMaster1.xml" Id="Rac9ec31e782c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f2ae31c2324ccc" /><Relationship Type="http://schemas.openxmlformats.org/officeDocument/2006/relationships/notesMaster" Target="/ppt/notesMasters/notesMaster1.xml" Id="R8f234d52bec1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abc85d0034ede" /><Relationship Type="http://schemas.openxmlformats.org/officeDocument/2006/relationships/notesMaster" Target="/ppt/notesMasters/notesMaster1.xml" Id="Rc5f7e8a07a9b49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fc26b21154f40" /><Relationship Type="http://schemas.openxmlformats.org/officeDocument/2006/relationships/notesMaster" Target="/ppt/notesMasters/notesMaster1.xml" Id="R914348378a1d4b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c04d69de194c1f" /><Relationship Type="http://schemas.openxmlformats.org/officeDocument/2006/relationships/notesMaster" Target="/ppt/notesMasters/notesMaster1.xml" Id="R53d7f23ddb5a41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a00c29e6904732" /><Relationship Type="http://schemas.openxmlformats.org/officeDocument/2006/relationships/notesMaster" Target="/ppt/notesMasters/notesMaster1.xml" Id="R636ec6048d1f41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1081331c5a404a" /><Relationship Type="http://schemas.openxmlformats.org/officeDocument/2006/relationships/notesMaster" Target="/ppt/notesMasters/notesMaster1.xml" Id="R8274abaa1232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8008d8278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9498bcc4e4c63" /><Relationship Type="http://schemas.openxmlformats.org/officeDocument/2006/relationships/slideLayout" Target="/ppt/slideLayouts/slideLayout1.xml" Id="Re8897d966cc2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97d966cc2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794172fa74bad" /><Relationship Type="http://schemas.openxmlformats.org/officeDocument/2006/relationships/notesSlide" Target="/ppt/notesSlides/notesSlide1.xml" Id="Rd4acab81ad75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263a6a4aa4179" /><Relationship Type="http://schemas.openxmlformats.org/officeDocument/2006/relationships/notesSlide" Target="/ppt/notesSlides/notesSlide2.xml" Id="R300ccffc5825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ab28bd52e49c8" /><Relationship Type="http://schemas.openxmlformats.org/officeDocument/2006/relationships/chart" Target="/ppt/slides/charts/chart1.xml" Id="Rde69883c67654117" /><Relationship Type="http://schemas.openxmlformats.org/officeDocument/2006/relationships/notesSlide" Target="/ppt/notesSlides/notesSlide3.xml" Id="Re7762eb4e5d8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dcea4002c44b4" /><Relationship Type="http://schemas.openxmlformats.org/officeDocument/2006/relationships/chart" Target="/ppt/slides/charts/chart2.xml" Id="R22a157b1ef654caa" /><Relationship Type="http://schemas.openxmlformats.org/officeDocument/2006/relationships/notesSlide" Target="/ppt/notesSlides/notesSlide4.xml" Id="R685b7713e8fb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8b1e09982476c" /><Relationship Type="http://schemas.openxmlformats.org/officeDocument/2006/relationships/chart" Target="/ppt/slides/charts/chart3.xml" Id="R63451ce5e199415c" /><Relationship Type="http://schemas.openxmlformats.org/officeDocument/2006/relationships/notesSlide" Target="/ppt/notesSlides/notesSlide5.xml" Id="Rf9ecbadde30f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6b48bf1c43b6" /><Relationship Type="http://schemas.openxmlformats.org/officeDocument/2006/relationships/chart" Target="/ppt/slides/charts/chart4.xml" Id="R39ff387018dd438c" /><Relationship Type="http://schemas.openxmlformats.org/officeDocument/2006/relationships/notesSlide" Target="/ppt/notesSlides/notesSlide6.xml" Id="R157f7806afc348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b5ac80600455a" /><Relationship Type="http://schemas.openxmlformats.org/officeDocument/2006/relationships/chart" Target="/ppt/slides/charts/chart5.xml" Id="R0f0e719275324eb6" /><Relationship Type="http://schemas.openxmlformats.org/officeDocument/2006/relationships/notesSlide" Target="/ppt/notesSlides/notesSlide7.xml" Id="R23aba85d925c4e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4312c38ab4d12" /><Relationship Type="http://schemas.openxmlformats.org/officeDocument/2006/relationships/chart" Target="/ppt/slides/charts/chart6.xml" Id="R74d7f950809d4ba2" /><Relationship Type="http://schemas.openxmlformats.org/officeDocument/2006/relationships/notesSlide" Target="/ppt/notesSlides/notesSlide8.xml" Id="R8866c550e3a1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9391611a842fe" /><Relationship Type="http://schemas.openxmlformats.org/officeDocument/2006/relationships/notesSlide" Target="/ppt/notesSlides/notesSlide9.xml" Id="Rcb393d98b25247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675f3b9574707" /><Relationship Type="http://schemas.openxmlformats.org/officeDocument/2006/relationships/notesSlide" Target="/ppt/notesSlides/notesSlide10.xml" Id="Rb0c2dc57e3234c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1B100-3AE9-44BD-BB60-331D4FF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59F97-FFCF-4BD1-9F43-FC286FE6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471F2-C8CA-4BE5-A104-5DB4647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D4675-0E24-450E-8AA4-361CB58C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60877-5928-4D0E-9057-F7E59E8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64A0F-D004-48B3-AB0E-7DA7C70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624871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7CFC4-E113-4B0F-AE42-3E5CCED6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9F32C-68E9-4C54-9527-86E4D6B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6F0DD-1686-49D8-A7B0-B8DD035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72F58-DF71-4292-9ACF-A43142E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3ECF-F2AB-457C-AE44-0071717D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B5B3B-2179-47EA-B356-4A9C6ED1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69AD5-49BE-403A-A611-8631F1F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1DB16-31E9-43B8-AF03-8087757E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F9D2C-AF44-4AF9-B972-AA9F97F1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ADA29-3527-4AA1-82D0-24E708B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C82AC-196A-447E-A5A0-3F8EC62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D5FBF-CF77-46DF-9B21-6B13316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DA5D0-6B2F-4631-BD74-B1007272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2487D-34FE-43F2-B7B4-863CB65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642D1-E5C8-4550-AF22-128A737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B6183-2964-4B96-A661-C9003898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709C0-28A7-4854-80C2-84121983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5B093-3338-4DD1-A0C0-6CA32D00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2B65A-6FD7-42E8-807C-24C3E515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B64C5-1B27-4621-AC6B-B537733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1966742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4B044-80FE-463A-9DD9-6488617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44124-D87A-4FAA-BFA1-C7AE881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EBF95-50DE-4F41-93DB-6A5FD6C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1B7B8-E761-47EA-89E7-FC874FC2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5A9D1-B984-4D9D-812E-DF22C3D3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69883c6765411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7D102-CDB1-49B9-8FD9-91D77C22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2D60B-0000-433E-9157-2FFCD3F5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DC2CF-44C6-45DF-98AD-42335FDD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EF4DD-BAB3-4DAE-8394-E4DF6530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E3A47-1953-4DC2-B2D5-EE9E89D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09492-767D-4FC3-A1AD-D78940AB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796F-2B42-48B6-8D27-122CAAA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D41E5-ACA9-40FA-8A39-1CF3D00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A4C93-0BC7-4139-95D7-C3C774F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D652F-2A77-4E4B-A8C7-6C6CF7A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671792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7F3BF-86A1-4BF6-8392-B4C8EC2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120E4-2014-4E47-99F2-13055CD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D62D1-582A-4512-ADAE-4858D61B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8017A-B855-4422-9186-1AEE315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6A9EA-AADC-4CAD-A879-689544E5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a157b1ef654ca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6E1DB-871B-448C-B5F3-F9013D13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4129-D447-406C-9F83-3C60495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AFDE4-F8E9-4B05-81C1-51449C80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9AF60-99A8-44E8-B221-664C43C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1992432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CE378-CAB2-4354-814B-D7F9CF2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0CE9D-544A-46C2-83B5-367DCF2B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E271A-957D-4BED-B729-61EAB7B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F6693-6EC1-4CC4-8D11-C5AC5EF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FF35F-36D6-4462-B094-18BBA886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451ce5e199415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489CD-67C1-49C0-AC02-126487D4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98634-EF45-4D26-B6BB-7277055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235906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78998-DCC3-4A9F-91C5-4114963B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5D0FA-73F1-4771-9C4B-ECF7605E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5A3FE-9D62-4DA8-8952-21F4DFA7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36BA-F48F-4B4C-8C4F-315B067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30A0F-52BE-4B2A-B4B6-845AC47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ff387018dd43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7BD15-FC75-420B-90AA-65CE8B62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26340-A605-42F8-8F65-96D05623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B6B8A-7C48-4303-A861-321FF20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8EE6-C712-47C8-A010-2813FF2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8A37D-F159-4DDB-BC65-0FB46E19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4F135-CB4A-480E-BC99-C6863AB3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1895596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2A512-09E6-4E62-BA40-683F1252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31DF5-1C35-4B2A-913E-A8A69FF4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1C59-B6FB-4721-8CA0-E6DCEF0F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0662A-DFE4-411A-AB4C-F0CD2FC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1F880-499C-4381-9385-B10C2361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0e719275324eb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2469-B0F4-48D5-BD71-5B875B4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623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A139A-D503-41B9-BEA6-09836768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52F4E-AD35-42F3-B51D-EB31BD3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30994-7560-4AAE-A353-02C4F7E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6245B-0563-404D-B992-38F53452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C876B-0A26-4C82-8767-513D400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A6299-1869-4CDA-B0BD-341D852F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95F94-0E90-4024-849A-327A7D3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517539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3366A-63C5-4833-9E06-20FBE0B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18707-3EAF-4F6C-AD29-B08C81D7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DDEFB-89EE-476F-B609-0AE45D1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35A1-2339-42CA-8545-4ACBDD37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8D8E-8105-4B29-B826-694280F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d7f950809d4ba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CD9CB-93B7-47B8-B9C5-C1549237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A08F6-E145-4535-9BF3-C165D8A2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15D1C-F6AD-4056-95E2-8E7D81F2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660216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8293F-4348-44AE-A4E9-04C2120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970D3-0068-43E2-B50E-34682C23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EA962-918A-4090-AA52-96482C8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DB0CC-85CA-40FC-A070-EA188748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FC816-8E6B-4C57-A4E1-E5E5F9F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C7DC4-DA4E-461F-AC65-8151FE7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B74A6-890F-4335-BE23-0F44CE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0913-79CE-4628-A7C8-7FFA99F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CD139-FB41-496A-9CE9-442BAE00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7804-73F1-49E0-82BE-2CB5DD1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7E54-33EF-437D-BFD5-7FFFA79E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E3090-1EA5-46CC-B1F3-4D8E61D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50679-B190-4DE2-AC74-84A3F76F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4B8A5-5AE1-4899-B2C0-2B3D6F1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6357B-ED18-40A6-B135-EB11503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19DFE-1AC4-4FB6-A6FB-7136427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749B8-AE7C-489A-A695-5143579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D97BC-BD00-4C59-842D-5715F02B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B34D8-33D4-4557-9529-01F5AA6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8FB3B-995A-49D0-AA2D-9A83BA1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BA311-1E24-47B9-BB76-126C85F4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A90BA-37DC-4939-BB68-C53820C4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D07D9-F0A0-4BFC-BD09-210C4CC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593016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A470A-A2CF-46C3-BA49-2470C92B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68F81-4BD1-42F9-B675-B1B9D002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5F5A3-C220-4D8B-894A-10BD456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FC48A-DA34-4F55-B050-3176561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02191-4D98-417C-93AF-A56AD52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FE95E-2C5C-4493-AECF-A2A598E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19FEE-1C4E-47A7-9C46-2774CA9E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BB861-E4C5-47C0-89AF-CED3DDD6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FABE-1FEB-440C-9124-12186E2A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C1C8C-1056-458F-9FC0-039EC9F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5C8A6-5887-4CCD-969F-AA46B86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5FA4B-F93A-435D-AB1B-5C14D76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628CE-1408-4E2A-8066-16270B3F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5841B-5B02-4A5D-A9B8-69DC104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3313C-5F8F-4526-A311-EE8D996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EDB2E-5195-44D4-9A88-7C0E4193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64729-960E-4CB0-9FAA-A8CE021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2F347-0EE3-46F5-9F38-D19A5B0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3F4DC-D16A-4D01-9DA6-176DA04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04FC3-BD85-4409-A95F-C115B56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48ABD-ACA1-4CCA-BD0A-FC3717C8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6D2EA-8B16-4DDC-BB06-8E1BE5E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5476B-B163-4B37-95FF-94D15C37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38DE4-6B6A-4E58-8796-ADC6C23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D182D-C85F-4E43-96AB-3DE34A32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121332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2026-09-12T08:02:57.8450000Z</dcterms:created>
  <dcterms:modified xsi:type="dcterms:W3CDTF">2026-09-12T08:02:57.8450000Z</dcterms:modified>
</coreProperties>
</file>